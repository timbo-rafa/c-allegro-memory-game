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1" r:id="rId6"/>
    <p:sldId id="260" r:id="rId7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22" autoAdjust="0"/>
    <p:restoredTop sz="94660"/>
  </p:normalViewPr>
  <p:slideViewPr>
    <p:cSldViewPr>
      <p:cViewPr varScale="1">
        <p:scale>
          <a:sx n="69" d="100"/>
          <a:sy n="69" d="100"/>
        </p:scale>
        <p:origin x="-1368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4C1F2D-F0B7-4A0E-85BC-4C36559DAD9D}" type="datetimeFigureOut">
              <a:rPr lang="pt-BR" smtClean="0"/>
              <a:pPr/>
              <a:t>1/7/2010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097645-FB32-46F8-8D37-96A33479FC4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="" xmlns:p14="http://schemas.microsoft.com/office/powerpoint/2010/main" val="22433819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1440E837-EAA4-43F3-BE96-02E565DCCB81}" type="datetime1">
              <a:rPr lang="pt-BR" smtClean="0"/>
              <a:pPr/>
              <a:t>1/7/2010</a:t>
            </a:fld>
            <a:endParaRPr lang="pt-BR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pt-BR" smtClean="0"/>
              <a:t>http://code.google.com/p/memory-game-mc102/</a:t>
            </a: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A8FDA167-78C1-4602-8F11-F605C4D3C0BD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7B4F3-E5E6-4FA0-B8AC-A7E85232B6A7}" type="datetime1">
              <a:rPr lang="pt-BR" smtClean="0"/>
              <a:pPr/>
              <a:t>1/7/2010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http://code.google.com/p/memory-game-mc102/</a:t>
            </a: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DA167-78C1-4602-8F11-F605C4D3C0BD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F7963-A745-4979-8D78-EAEABBF061C5}" type="datetime1">
              <a:rPr lang="pt-BR" smtClean="0"/>
              <a:pPr/>
              <a:t>1/7/2010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http://code.google.com/p/memory-game-mc102/</a:t>
            </a: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DA167-78C1-4602-8F11-F605C4D3C0BD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0561F-DCF0-4291-852E-AB2AF3E617CF}" type="datetime1">
              <a:rPr lang="pt-BR" smtClean="0"/>
              <a:pPr/>
              <a:t>1/7/2010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http://code.google.com/p/memory-game-mc102/</a:t>
            </a:r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DA167-78C1-4602-8F11-F605C4D3C0BD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AFD40-20A3-42D8-948E-651402BDA4AB}" type="datetime1">
              <a:rPr lang="pt-BR" smtClean="0"/>
              <a:pPr/>
              <a:t>1/7/2010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http://code.google.com/p/memory-game-mc102/</a:t>
            </a:r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DA167-78C1-4602-8F11-F605C4D3C0BD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21340-2C19-46D2-A290-FEB498DE6243}" type="datetime1">
              <a:rPr lang="pt-BR" smtClean="0"/>
              <a:pPr/>
              <a:t>1/7/2010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http://code.google.com/p/memory-game-mc102/</a:t>
            </a:r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DA167-78C1-4602-8F11-F605C4D3C0BD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57721-9746-4D3A-AAE6-F1F6907CFA21}" type="datetime1">
              <a:rPr lang="pt-BR" smtClean="0"/>
              <a:pPr/>
              <a:t>1/7/2010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http://code.google.com/p/memory-game-mc102/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DA167-78C1-4602-8F11-F605C4D3C0BD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A9976-401C-421F-8C80-C9F19BF0BF7B}" type="datetime1">
              <a:rPr lang="pt-BR" smtClean="0"/>
              <a:pPr/>
              <a:t>1/7/2010</a:t>
            </a:fld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DA167-78C1-4602-8F11-F605C4D3C0BD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r>
              <a:rPr lang="pt-BR" smtClean="0"/>
              <a:t>http://code.google.com/p/memory-game-mc102/</a:t>
            </a:r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4A65F-9617-4CBE-9CA6-3636F0C44B12}" type="datetime1">
              <a:rPr lang="pt-BR" smtClean="0"/>
              <a:pPr/>
              <a:t>1/7/2010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r>
              <a:rPr lang="pt-BR" smtClean="0"/>
              <a:t>http://code.google.com/p/memory-game-mc102/</a:t>
            </a:r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DA167-78C1-4602-8F11-F605C4D3C0BD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83EEC-4587-47C3-87EC-216B8CF47259}" type="datetime1">
              <a:rPr lang="pt-BR" smtClean="0"/>
              <a:pPr/>
              <a:t>1/7/2010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http://code.google.com/p/memory-game-mc102/</a:t>
            </a: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DA167-78C1-4602-8F11-F605C4D3C0BD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2E69A-B85D-47AC-8364-BDE0958DA6B3}" type="datetime1">
              <a:rPr lang="pt-BR" smtClean="0"/>
              <a:pPr/>
              <a:t>1/7/2010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http://code.google.com/p/memory-game-mc102/</a:t>
            </a: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DA167-78C1-4602-8F11-F605C4D3C0BD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9710C089-F4C9-489C-8D3A-B47BFCFB9366}" type="datetime1">
              <a:rPr lang="pt-BR" smtClean="0"/>
              <a:pPr/>
              <a:t>1/7/2010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r>
              <a:rPr lang="pt-BR" smtClean="0"/>
              <a:t>http://code.google.com/p/memory-game-mc102/</a:t>
            </a: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A8FDA167-78C1-4602-8F11-F605C4D3C0BD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code.google.com/p/memory-game-mc102/" TargetMode="External"/><Relationship Id="rId2" Type="http://schemas.openxmlformats.org/officeDocument/2006/relationships/hyperlink" Target="../super_memoria.ex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smtClean="0"/>
              <a:t>SUPER MEMÓRIA</a:t>
            </a:r>
            <a:endParaRPr lang="pt-BR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0" y="4581128"/>
            <a:ext cx="3672407" cy="1260629"/>
          </a:xfrm>
        </p:spPr>
        <p:txBody>
          <a:bodyPr>
            <a:normAutofit fontScale="85000" lnSpcReduction="20000"/>
          </a:bodyPr>
          <a:lstStyle/>
          <a:p>
            <a:r>
              <a:rPr lang="en-US" dirty="0" err="1"/>
              <a:t>João</a:t>
            </a:r>
            <a:r>
              <a:rPr lang="en-US" dirty="0"/>
              <a:t> Paulo Pereira </a:t>
            </a:r>
            <a:r>
              <a:rPr lang="en-US" dirty="0" err="1" smtClean="0"/>
              <a:t>Scalett</a:t>
            </a:r>
            <a:r>
              <a:rPr lang="en-US" dirty="0" smtClean="0"/>
              <a:t> - 095789</a:t>
            </a:r>
            <a:endParaRPr lang="en-US" dirty="0"/>
          </a:p>
          <a:p>
            <a:r>
              <a:rPr lang="en-US" dirty="0" err="1"/>
              <a:t>Matheus</a:t>
            </a:r>
            <a:r>
              <a:rPr lang="en-US" dirty="0"/>
              <a:t> </a:t>
            </a:r>
            <a:r>
              <a:rPr lang="en-US" dirty="0" err="1"/>
              <a:t>Smythe</a:t>
            </a:r>
            <a:r>
              <a:rPr lang="en-US" dirty="0"/>
              <a:t> </a:t>
            </a:r>
            <a:r>
              <a:rPr lang="en-US" dirty="0" err="1" smtClean="0"/>
              <a:t>Svolenski</a:t>
            </a:r>
            <a:r>
              <a:rPr lang="en-US" dirty="0" smtClean="0"/>
              <a:t> - 103520</a:t>
            </a:r>
            <a:endParaRPr lang="en-US" dirty="0"/>
          </a:p>
          <a:p>
            <a:r>
              <a:rPr lang="en-US" dirty="0"/>
              <a:t>Rafael </a:t>
            </a:r>
            <a:r>
              <a:rPr lang="en-US" dirty="0" err="1"/>
              <a:t>Timbó</a:t>
            </a:r>
            <a:r>
              <a:rPr lang="en-US" dirty="0"/>
              <a:t> </a:t>
            </a:r>
            <a:r>
              <a:rPr lang="en-US" dirty="0" smtClean="0"/>
              <a:t>Matos - 106228</a:t>
            </a:r>
            <a:endParaRPr lang="en-US" dirty="0"/>
          </a:p>
          <a:p>
            <a:r>
              <a:rPr lang="en-US" dirty="0" err="1"/>
              <a:t>Vitor</a:t>
            </a:r>
            <a:r>
              <a:rPr lang="en-US" dirty="0"/>
              <a:t> </a:t>
            </a:r>
            <a:r>
              <a:rPr lang="en-US" dirty="0" smtClean="0"/>
              <a:t>Machado - 108264</a:t>
            </a:r>
            <a:endParaRPr lang="en-US" dirty="0"/>
          </a:p>
          <a:p>
            <a:r>
              <a:rPr lang="en-US" dirty="0" err="1"/>
              <a:t>Alexandre</a:t>
            </a:r>
            <a:r>
              <a:rPr lang="en-US" dirty="0"/>
              <a:t> </a:t>
            </a:r>
            <a:r>
              <a:rPr lang="en-US" dirty="0" err="1"/>
              <a:t>Irmao</a:t>
            </a:r>
            <a:r>
              <a:rPr lang="en-US" dirty="0"/>
              <a:t> </a:t>
            </a:r>
            <a:r>
              <a:rPr lang="en-US" dirty="0" err="1" smtClean="0"/>
              <a:t>Faltz</a:t>
            </a:r>
            <a:r>
              <a:rPr lang="en-US" dirty="0" smtClean="0"/>
              <a:t> - 108411</a:t>
            </a:r>
            <a:endParaRPr lang="pt-BR" dirty="0"/>
          </a:p>
        </p:txBody>
      </p:sp>
    </p:spTree>
    <p:extLst>
      <p:ext uri="{BB962C8B-B14F-4D97-AF65-F5344CB8AC3E}">
        <p14:creationId xmlns="" xmlns:p14="http://schemas.microsoft.com/office/powerpoint/2010/main" val="397060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 smtClean="0"/>
              <a:t>Concepção</a:t>
            </a:r>
            <a:endParaRPr lang="pt-BR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O que vamos fazer?</a:t>
            </a:r>
          </a:p>
          <a:p>
            <a:r>
              <a:rPr lang="pt-BR" dirty="0" smtClean="0"/>
              <a:t>Objetivo</a:t>
            </a:r>
          </a:p>
          <a:p>
            <a:r>
              <a:rPr lang="pt-BR" dirty="0" smtClean="0"/>
              <a:t>Público alvo</a:t>
            </a:r>
          </a:p>
          <a:p>
            <a:r>
              <a:rPr lang="pt-BR" dirty="0" smtClean="0"/>
              <a:t>Pesquisa Pedagógica</a:t>
            </a:r>
          </a:p>
          <a:p>
            <a:r>
              <a:rPr lang="pt-BR" dirty="0" smtClean="0"/>
              <a:t>Raciocínio Lógico</a:t>
            </a:r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851920" y="5877272"/>
            <a:ext cx="4003648" cy="365125"/>
          </a:xfrm>
        </p:spPr>
        <p:txBody>
          <a:bodyPr/>
          <a:lstStyle/>
          <a:p>
            <a:r>
              <a:rPr lang="pt-BR" dirty="0" smtClean="0"/>
              <a:t>http://code.google.com/p/memory-game-mc102/</a:t>
            </a:r>
            <a:endParaRPr lang="pt-BR" dirty="0"/>
          </a:p>
        </p:txBody>
      </p:sp>
    </p:spTree>
    <p:extLst>
      <p:ext uri="{BB962C8B-B14F-4D97-AF65-F5344CB8AC3E}">
        <p14:creationId xmlns="" xmlns:p14="http://schemas.microsoft.com/office/powerpoint/2010/main" val="1068913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Implementação</a:t>
            </a:r>
            <a:endParaRPr lang="pt-BR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Linguagem C</a:t>
            </a:r>
          </a:p>
          <a:p>
            <a:pPr lvl="1"/>
            <a:r>
              <a:rPr lang="pt-BR" dirty="0" err="1" smtClean="0"/>
              <a:t>Allegro</a:t>
            </a:r>
            <a:endParaRPr lang="pt-BR" dirty="0" smtClean="0"/>
          </a:p>
          <a:p>
            <a:pPr lvl="1"/>
            <a:r>
              <a:rPr lang="pt-BR" dirty="0" err="1" smtClean="0"/>
              <a:t>CodeBlocks</a:t>
            </a:r>
            <a:endParaRPr lang="pt-BR" dirty="0" smtClean="0"/>
          </a:p>
          <a:p>
            <a:r>
              <a:rPr lang="pt-BR" dirty="0" smtClean="0"/>
              <a:t>Código Estruturado</a:t>
            </a:r>
          </a:p>
          <a:p>
            <a:r>
              <a:rPr lang="pt-BR" dirty="0" smtClean="0"/>
              <a:t>Imagens e Sons(</a:t>
            </a:r>
            <a:r>
              <a:rPr lang="pt-BR" dirty="0" err="1" smtClean="0"/>
              <a:t>Allegro</a:t>
            </a:r>
            <a:r>
              <a:rPr lang="pt-BR" dirty="0" smtClean="0"/>
              <a:t>)</a:t>
            </a:r>
          </a:p>
          <a:p>
            <a:r>
              <a:rPr lang="pt-BR" dirty="0" smtClean="0"/>
              <a:t>Controle do uso de Memória (Memory </a:t>
            </a:r>
            <a:r>
              <a:rPr lang="pt-BR" dirty="0" err="1" smtClean="0"/>
              <a:t>Leak</a:t>
            </a:r>
            <a:r>
              <a:rPr lang="pt-BR" dirty="0" smtClean="0"/>
              <a:t>)</a:t>
            </a:r>
          </a:p>
          <a:p>
            <a:r>
              <a:rPr lang="pt-BR" dirty="0" smtClean="0"/>
              <a:t>Tópicos vistos em sala</a:t>
            </a:r>
          </a:p>
        </p:txBody>
      </p:sp>
      <p:sp>
        <p:nvSpPr>
          <p:cNvPr id="5" name="Footer Placeholder 3"/>
          <p:cNvSpPr txBox="1">
            <a:spLocks/>
          </p:cNvSpPr>
          <p:nvPr/>
        </p:nvSpPr>
        <p:spPr>
          <a:xfrm>
            <a:off x="3851920" y="5877272"/>
            <a:ext cx="4003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mtClean="0"/>
              <a:t>http://code.google.com/p/memory-game-mc102/</a:t>
            </a:r>
            <a:endParaRPr lang="pt-BR" dirty="0"/>
          </a:p>
        </p:txBody>
      </p:sp>
    </p:spTree>
    <p:extLst>
      <p:ext uri="{BB962C8B-B14F-4D97-AF65-F5344CB8AC3E}">
        <p14:creationId xmlns="" xmlns:p14="http://schemas.microsoft.com/office/powerpoint/2010/main" val="699187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Forma de </a:t>
            </a:r>
            <a:r>
              <a:rPr lang="en-US" b="1" dirty="0" err="1" smtClean="0"/>
              <a:t>Trabalho</a:t>
            </a:r>
            <a:endParaRPr lang="pt-BR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 smtClean="0"/>
              <a:t>Google </a:t>
            </a:r>
            <a:r>
              <a:rPr lang="pt-BR" dirty="0" err="1" smtClean="0"/>
              <a:t>Code</a:t>
            </a:r>
            <a:endParaRPr lang="pt-BR" dirty="0" smtClean="0"/>
          </a:p>
          <a:p>
            <a:pPr lvl="1"/>
            <a:r>
              <a:rPr lang="pt-BR" dirty="0" smtClean="0"/>
              <a:t>SVN</a:t>
            </a:r>
          </a:p>
          <a:p>
            <a:r>
              <a:rPr lang="pt-BR" dirty="0" smtClean="0"/>
              <a:t>Divisão de Tarefas</a:t>
            </a:r>
          </a:p>
          <a:p>
            <a:pPr lvl="1"/>
            <a:r>
              <a:rPr lang="pt-BR" dirty="0" smtClean="0"/>
              <a:t>Imagens </a:t>
            </a:r>
          </a:p>
          <a:p>
            <a:pPr lvl="1"/>
            <a:r>
              <a:rPr lang="pt-BR" dirty="0" smtClean="0"/>
              <a:t>Áudio</a:t>
            </a:r>
          </a:p>
          <a:p>
            <a:pPr lvl="1"/>
            <a:r>
              <a:rPr lang="pt-BR" dirty="0" smtClean="0"/>
              <a:t>Lógica</a:t>
            </a:r>
          </a:p>
          <a:p>
            <a:pPr lvl="1"/>
            <a:r>
              <a:rPr lang="pt-BR" dirty="0" smtClean="0"/>
              <a:t>Arquivos</a:t>
            </a:r>
          </a:p>
          <a:p>
            <a:pPr lvl="1"/>
            <a:r>
              <a:rPr lang="pt-BR" dirty="0" smtClean="0"/>
              <a:t>Testes</a:t>
            </a:r>
          </a:p>
          <a:p>
            <a:pPr lvl="1"/>
            <a:r>
              <a:rPr lang="pt-BR" dirty="0" smtClean="0"/>
              <a:t>Documentação</a:t>
            </a:r>
            <a:endParaRPr lang="pt-BR" dirty="0"/>
          </a:p>
        </p:txBody>
      </p:sp>
      <p:sp>
        <p:nvSpPr>
          <p:cNvPr id="5" name="Footer Placeholder 3"/>
          <p:cNvSpPr txBox="1">
            <a:spLocks/>
          </p:cNvSpPr>
          <p:nvPr/>
        </p:nvSpPr>
        <p:spPr>
          <a:xfrm>
            <a:off x="3851920" y="5877272"/>
            <a:ext cx="4003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 smtClean="0"/>
              <a:t>http://code.google.com/p/memory-game-mc102/</a:t>
            </a:r>
            <a:endParaRPr lang="pt-BR" dirty="0"/>
          </a:p>
        </p:txBody>
      </p:sp>
    </p:spTree>
    <p:extLst>
      <p:ext uri="{BB962C8B-B14F-4D97-AF65-F5344CB8AC3E}">
        <p14:creationId xmlns="" xmlns:p14="http://schemas.microsoft.com/office/powerpoint/2010/main" val="1537553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Correção de Bugs</a:t>
            </a:r>
            <a:endParaRPr lang="pt-BR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err="1" smtClean="0"/>
              <a:t>Testers</a:t>
            </a:r>
            <a:r>
              <a:rPr lang="pt-BR" dirty="0" smtClean="0"/>
              <a:t>: TODOS</a:t>
            </a:r>
          </a:p>
          <a:p>
            <a:r>
              <a:rPr lang="pt-BR" dirty="0" err="1" smtClean="0"/>
              <a:t>Unit</a:t>
            </a:r>
            <a:r>
              <a:rPr lang="pt-BR" dirty="0" smtClean="0"/>
              <a:t> </a:t>
            </a:r>
            <a:r>
              <a:rPr lang="pt-BR" dirty="0" err="1" smtClean="0"/>
              <a:t>Testing</a:t>
            </a:r>
            <a:endParaRPr lang="pt-BR" dirty="0" smtClean="0"/>
          </a:p>
          <a:p>
            <a:r>
              <a:rPr lang="pt-BR" dirty="0" err="1" smtClean="0"/>
              <a:t>Smoke</a:t>
            </a:r>
            <a:r>
              <a:rPr lang="pt-BR" dirty="0" smtClean="0"/>
              <a:t> </a:t>
            </a:r>
            <a:r>
              <a:rPr lang="pt-BR" dirty="0" err="1" smtClean="0"/>
              <a:t>Test</a:t>
            </a:r>
            <a:endParaRPr lang="pt-BR" dirty="0"/>
          </a:p>
        </p:txBody>
      </p:sp>
      <p:sp>
        <p:nvSpPr>
          <p:cNvPr id="5" name="Footer Placeholder 3"/>
          <p:cNvSpPr txBox="1">
            <a:spLocks/>
          </p:cNvSpPr>
          <p:nvPr/>
        </p:nvSpPr>
        <p:spPr>
          <a:xfrm>
            <a:off x="3851920" y="5877272"/>
            <a:ext cx="4003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 smtClean="0"/>
              <a:t>http://code.google.com/p/memory-game-mc102/</a:t>
            </a:r>
            <a:endParaRPr lang="pt-BR" dirty="0"/>
          </a:p>
        </p:txBody>
      </p:sp>
    </p:spTree>
    <p:extLst>
      <p:ext uri="{BB962C8B-B14F-4D97-AF65-F5344CB8AC3E}">
        <p14:creationId xmlns="" xmlns:p14="http://schemas.microsoft.com/office/powerpoint/2010/main" val="3879216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O Jogo</a:t>
            </a:r>
            <a:endParaRPr lang="pt-BR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 smtClean="0">
                <a:hlinkClick r:id="rId2" action="ppaction://hlinkfile"/>
              </a:rPr>
              <a:t>Super Memória</a:t>
            </a:r>
            <a:endParaRPr lang="pt-BR" dirty="0" smtClean="0"/>
          </a:p>
          <a:p>
            <a:r>
              <a:rPr lang="pt-BR" dirty="0" smtClean="0"/>
              <a:t>Níveis</a:t>
            </a:r>
          </a:p>
          <a:p>
            <a:r>
              <a:rPr lang="pt-BR" dirty="0" smtClean="0"/>
              <a:t>Tabuleiro</a:t>
            </a:r>
          </a:p>
          <a:p>
            <a:r>
              <a:rPr lang="pt-BR" dirty="0" smtClean="0"/>
              <a:t>Recordes</a:t>
            </a:r>
          </a:p>
          <a:p>
            <a:endParaRPr lang="pt-BR" dirty="0" smtClean="0"/>
          </a:p>
          <a:p>
            <a:r>
              <a:rPr lang="pt-BR" dirty="0" smtClean="0"/>
              <a:t>Maiores informações e o código fonte do jogo pode ser encontrado </a:t>
            </a:r>
            <a:r>
              <a:rPr lang="pt-BR" dirty="0"/>
              <a:t>em </a:t>
            </a:r>
            <a:r>
              <a:rPr lang="pt-BR" dirty="0">
                <a:hlinkClick r:id="rId3"/>
              </a:rPr>
              <a:t>http://</a:t>
            </a:r>
            <a:r>
              <a:rPr lang="pt-BR" dirty="0" smtClean="0">
                <a:hlinkClick r:id="rId3"/>
              </a:rPr>
              <a:t>code.google.com/p/memory-game-mc102/</a:t>
            </a:r>
            <a:endParaRPr lang="pt-BR" dirty="0" smtClean="0"/>
          </a:p>
          <a:p>
            <a:endParaRPr lang="pt-BR" dirty="0" smtClean="0"/>
          </a:p>
        </p:txBody>
      </p:sp>
      <p:sp>
        <p:nvSpPr>
          <p:cNvPr id="5" name="Footer Placeholder 3"/>
          <p:cNvSpPr txBox="1">
            <a:spLocks/>
          </p:cNvSpPr>
          <p:nvPr/>
        </p:nvSpPr>
        <p:spPr>
          <a:xfrm>
            <a:off x="3851920" y="5877272"/>
            <a:ext cx="4003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 smtClean="0"/>
              <a:t>http://code.google.com/p/memory-game-mc102/</a:t>
            </a:r>
            <a:endParaRPr lang="pt-BR" dirty="0"/>
          </a:p>
        </p:txBody>
      </p:sp>
    </p:spTree>
    <p:extLst>
      <p:ext uri="{BB962C8B-B14F-4D97-AF65-F5344CB8AC3E}">
        <p14:creationId xmlns="" xmlns:p14="http://schemas.microsoft.com/office/powerpoint/2010/main" val="2111957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110</TotalTime>
  <Words>132</Words>
  <Application>Microsoft Office PowerPoint</Application>
  <PresentationFormat>Apresentação na tela (4:3)</PresentationFormat>
  <Paragraphs>46</Paragraphs>
  <Slides>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7" baseType="lpstr">
      <vt:lpstr>Austin</vt:lpstr>
      <vt:lpstr>SUPER MEMÓRIA</vt:lpstr>
      <vt:lpstr>Concepção</vt:lpstr>
      <vt:lpstr>Implementação</vt:lpstr>
      <vt:lpstr>Forma de Trabalho</vt:lpstr>
      <vt:lpstr>Correção de Bugs</vt:lpstr>
      <vt:lpstr>O Jogo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Memory Game</dc:title>
  <dc:creator>Admin</dc:creator>
  <cp:lastModifiedBy>PC</cp:lastModifiedBy>
  <cp:revision>22</cp:revision>
  <dcterms:created xsi:type="dcterms:W3CDTF">2010-06-21T06:34:15Z</dcterms:created>
  <dcterms:modified xsi:type="dcterms:W3CDTF">2010-07-01T03:26:56Z</dcterms:modified>
</cp:coreProperties>
</file>